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28B22"/>
                </a:solidFill>
              </a:defRPr>
            </a:pPr>
            <a:r>
              <a:t>🌱 Smart Agriculture IoT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C3C3C"/>
                </a:solidFill>
              </a:defRPr>
            </a:pPr>
            <a:r>
              <a:t>Soil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t>Optimizing Irrigation through Real-Time Soil Moisture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[Your Name]</a:t>
            </a:r>
          </a:p>
          <a:p>
            <a:r>
              <a:t>[Course Name &amp; Number]</a:t>
            </a:r>
          </a:p>
          <a:p>
            <a:r>
              <a:t>[Date]</a:t>
            </a:r>
          </a:p>
          <a:p>
            <a:r>
              <a:t>[University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🚨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in Modern Agriculture</a:t>
            </a:r>
          </a:p>
          <a:p>
            <a:pPr/>
            <a:r>
              <a:t>Farmers face critical irrigation decisions without real-time soil data:</a:t>
            </a:r>
          </a:p>
          <a:p>
            <a:pPr lvl="1"/>
            <a:r>
              <a:t>💧 Over-watering: Wastes water (expensive &amp; scarce resource)</a:t>
            </a:r>
          </a:p>
          <a:p>
            <a:pPr lvl="1"/>
            <a:r>
              <a:t>🌾 Under-watering: Reduces crop yields by 20-40%</a:t>
            </a:r>
          </a:p>
          <a:p>
            <a:pPr lvl="1"/>
            <a:r>
              <a:t>📊 No visibility: Manual soil checks are time-consuming and inaccurate</a:t>
            </a:r>
          </a:p>
          <a:p>
            <a:pPr lvl="1"/>
            <a:r>
              <a:t>🌍 Water scarcity: Agriculture uses 70% of global freshwater</a:t>
            </a:r>
          </a:p>
          <a:p/>
          <a:p>
            <a:pPr/>
            <a:r>
              <a:t>The Cost:</a:t>
            </a:r>
          </a:p>
          <a:p>
            <a:pPr lvl="1"/>
            <a:r>
              <a:t>Agricultural water waste: ~50% of irrigation water</a:t>
            </a:r>
          </a:p>
          <a:p>
            <a:pPr lvl="1"/>
            <a:r>
              <a:t>Annual crop losses: $100B globally due to improper watering</a:t>
            </a:r>
          </a:p>
          <a:p>
            <a:pPr lvl="1"/>
            <a:r>
              <a:t>Environmental impact: Groundwater depletion, runoff pollution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IoT-Enabled Soil Monitoring System</a:t>
            </a:r>
          </a:p>
          <a:p/>
          <a:p>
            <a:pPr/>
            <a:r>
              <a:t>A complete end-to-end system that:</a:t>
            </a:r>
          </a:p>
          <a:p>
            <a:pPr lvl="1"/>
            <a:r>
              <a:t>✅ Monitors soil moisture levels in real-time</a:t>
            </a:r>
          </a:p>
          <a:p>
            <a:pPr lvl="1"/>
            <a:r>
              <a:t>✅ Collects environmental data (temperature, humidity)</a:t>
            </a:r>
          </a:p>
          <a:p>
            <a:pPr lvl="1"/>
            <a:r>
              <a:t>✅ Analyzes historical patterns and trends</a:t>
            </a:r>
          </a:p>
          <a:p>
            <a:pPr lvl="1"/>
            <a:r>
              <a:t>✅ Alerts farmers when irrigation is needed</a:t>
            </a:r>
          </a:p>
          <a:p>
            <a:pPr lvl="1"/>
            <a:r>
              <a:t>✅ Optimizes water usage based on actual soil conditions</a:t>
            </a:r>
          </a:p>
          <a:p/>
          <a:p>
            <a:pPr/>
            <a:r>
              <a:t>Key Benefits:</a:t>
            </a:r>
          </a:p>
          <a:p>
            <a:pPr lvl="1"/>
            <a:r>
              <a:t>🎯 30-40% water savings through optimized irrigation</a:t>
            </a:r>
          </a:p>
          <a:p>
            <a:pPr lvl="1"/>
            <a:r>
              <a:t>📈 15-25% yield increase by preventing under/over-watering</a:t>
            </a:r>
          </a:p>
          <a:p>
            <a:pPr lvl="1"/>
            <a:r>
              <a:t>⏱️ Real-time monitoring accessible from anywhere</a:t>
            </a:r>
          </a:p>
          <a:p>
            <a:pPr lvl="1"/>
            <a:r>
              <a:t>📊 Data-driven decisions replace guesswork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+ Cloud Architecture</a:t>
            </a:r>
          </a:p>
          <a:p/>
          <a:p>
            <a:pPr/>
            <a:r>
              <a:t>EDGE (Field Sensors)</a:t>
            </a:r>
          </a:p>
          <a:p>
            <a:pPr lvl="1"/>
            <a:r>
              <a:t>Soil Sensors (IoT Devices) → Moisture, Temperature, Battery, GPS</a:t>
            </a:r>
          </a:p>
          <a:p>
            <a:pPr/>
            <a:r>
              <a:t>↓ MQTT Protocol (Lightweight IoT)</a:t>
            </a:r>
          </a:p>
          <a:p>
            <a:pPr lvl="1"/>
            <a:r>
              <a:t>MQTT Broker (Mosquitto) → Message Queue on Port 1883</a:t>
            </a:r>
          </a:p>
          <a:p>
            <a:pPr/>
            <a:r>
              <a:t>↓ Subscribe &amp; Collect</a:t>
            </a:r>
          </a:p>
          <a:p>
            <a:pPr lvl="1"/>
            <a:r>
              <a:t>Telegraf → Data Collector &amp; JSON Parser</a:t>
            </a:r>
          </a:p>
          <a:p>
            <a:pPr/>
            <a:r>
              <a:t>↓ Store &amp; Process</a:t>
            </a:r>
          </a:p>
          <a:p>
            <a:pPr lvl="1"/>
            <a:r>
              <a:t>InfluxDB (Local) → Time-Series Database</a:t>
            </a:r>
          </a:p>
          <a:p>
            <a:pPr lvl="1"/>
            <a:r>
              <a:t>BigQuery (Cloud) → Analytics &amp; Long-term Storage</a:t>
            </a:r>
          </a:p>
          <a:p>
            <a:pPr/>
            <a:r>
              <a:t>↓ Query &amp; Visualize</a:t>
            </a:r>
          </a:p>
          <a:p>
            <a:pPr lvl="1"/>
            <a:r>
              <a:t>Grafana → Dashboard on Port 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 Layer (IoT Sensors)</a:t>
            </a:r>
          </a:p>
          <a:p>
            <a:pPr lvl="1"/>
            <a:r>
              <a:t>🐍 Python - Sensor simulation</a:t>
            </a:r>
          </a:p>
          <a:p>
            <a:pPr lvl="1"/>
            <a:r>
              <a:t>📡 MQTT Protocol - Lightweight IoT messaging</a:t>
            </a:r>
          </a:p>
          <a:p>
            <a:pPr lvl="1"/>
            <a:r>
              <a:t>🔋 Low Power Design - Battery-powered sensors</a:t>
            </a:r>
          </a:p>
          <a:p/>
          <a:p>
            <a:pPr/>
            <a:r>
              <a:t>Data Pipeline</a:t>
            </a:r>
          </a:p>
          <a:p>
            <a:pPr lvl="1"/>
            <a:r>
              <a:t>🦟 Mosquitto - MQTT broker (message queue)</a:t>
            </a:r>
          </a:p>
          <a:p>
            <a:pPr lvl="1"/>
            <a:r>
              <a:t>📊 Telegraf - Data collection agent</a:t>
            </a:r>
          </a:p>
          <a:p>
            <a:pPr lvl="1"/>
            <a:r>
              <a:t>⚡ InfluxDB - Time-series database</a:t>
            </a:r>
          </a:p>
          <a:p/>
          <a:p>
            <a:pPr/>
            <a:r>
              <a:t>Visualization &amp; Analytics</a:t>
            </a:r>
          </a:p>
          <a:p>
            <a:pPr lvl="1"/>
            <a:r>
              <a:t>📈 Grafana - Real-time dashboards</a:t>
            </a:r>
          </a:p>
          <a:p>
            <a:pPr lvl="1"/>
            <a:r>
              <a:t>☁️ Google Cloud BigQuery - Cloud analytics</a:t>
            </a:r>
          </a:p>
          <a:p>
            <a:pPr lvl="1"/>
            <a:r>
              <a:t>🔔 Alert System - Threshold-based notifications</a:t>
            </a:r>
          </a:p>
          <a:p/>
          <a:p>
            <a:pPr/>
            <a:r>
              <a:t>Infrastructure</a:t>
            </a:r>
          </a:p>
          <a:p>
            <a:pPr lvl="1"/>
            <a:r>
              <a:t>🐳 Docker - Containerized services</a:t>
            </a:r>
          </a:p>
          <a:p>
            <a:pPr lvl="1"/>
            <a:r>
              <a:t>🌐 Google Cloud Platform - Cloud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Data 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Journey of One Sensor Reading (14:30:00 - Field A)</a:t>
            </a:r>
          </a:p>
          <a:p/>
          <a:p>
            <a:pPr/>
            <a:r>
              <a:t>Step 1: SENSOR READS CONDITIONS</a:t>
            </a:r>
          </a:p>
          <a:p>
            <a:pPr lvl="1"/>
            <a:r>
              <a:t>Soil Moisture: 42.3% | Soil Temp: 22.5°C | Air Temp: 26.8°C</a:t>
            </a:r>
          </a:p>
          <a:p>
            <a:pPr/>
            <a:r>
              <a:t>Step 2: PUBLISH VIA MQTT (&lt; 1 second)</a:t>
            </a:r>
          </a:p>
          <a:p>
            <a:pPr lvl="1"/>
            <a:r>
              <a:t>Topic: farm/field_01/sensors | Format: JSON</a:t>
            </a:r>
          </a:p>
          <a:p>
            <a:pPr/>
            <a:r>
              <a:t>Step 3: TELEGRAF PROCESSES (&lt; 1 second)</a:t>
            </a:r>
          </a:p>
          <a:p>
            <a:pPr lvl="1"/>
            <a:r>
              <a:t>Subscribes to farm/* topics, Parses JSON, Validates fields</a:t>
            </a:r>
          </a:p>
          <a:p>
            <a:pPr/>
            <a:r>
              <a:t>Step 4: STORE IN DATABASE (&lt; 1 second)</a:t>
            </a:r>
          </a:p>
          <a:p>
            <a:pPr lvl="1"/>
            <a:r>
              <a:t>InfluxDB (Local) - Fast access, indexed by timestamp</a:t>
            </a:r>
          </a:p>
          <a:p>
            <a:pPr lvl="1"/>
            <a:r>
              <a:t>BigQuery (Cloud) - Long-term storage, SQL analytics</a:t>
            </a:r>
          </a:p>
          <a:p>
            <a:pPr/>
            <a:r>
              <a:t>Step 5: VISUALIZE &amp; ALERT (Real-time)</a:t>
            </a:r>
          </a:p>
          <a:p>
            <a:pPr lvl="1"/>
            <a:r>
              <a:t>Grafana shows: 42.3% 🟢 (GREEN - Optimal range)</a:t>
            </a:r>
          </a:p>
          <a:p>
            <a:pPr lvl="1"/>
            <a:r>
              <a:t>Farmer sees: 'Field A is healthy'</a:t>
            </a:r>
          </a:p>
          <a:p/>
          <a:p>
            <a:pPr>
              <a:defRPr b="1">
                <a:solidFill>
                  <a:srgbClr val="228B22"/>
                </a:solidFill>
              </a:defRPr>
            </a:pPr>
            <a:r>
              <a:t>Total latency: &lt; 5 seconds from sensor to dashboard!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We'll Show:</a:t>
            </a:r>
          </a:p>
          <a:p/>
          <a:p>
            <a:pPr/>
            <a:r>
              <a:t>1. Multiple Fields Monitoring (3 fields)</a:t>
            </a:r>
          </a:p>
          <a:p>
            <a:pPr lvl="1"/>
            <a:r>
              <a:t>Field A - Tomatoes (Optimal: 🟢 45%)</a:t>
            </a:r>
          </a:p>
          <a:p>
            <a:pPr lvl="1"/>
            <a:r>
              <a:t>Field B - Corn (Low: 🟡 38%)</a:t>
            </a:r>
          </a:p>
          <a:p>
            <a:pPr lvl="1"/>
            <a:r>
              <a:t>Field C - Lettuce (Critical: 🔴 28%)</a:t>
            </a:r>
          </a:p>
          <a:p/>
          <a:p>
            <a:pPr/>
            <a:r>
              <a:t>2. Real-Time Grafana Dashboard</a:t>
            </a:r>
          </a:p>
          <a:p>
            <a:pPr lvl="1"/>
            <a:r>
              <a:t>Soil moisture gauges with color-coded thresholds</a:t>
            </a:r>
          </a:p>
          <a:p>
            <a:pPr lvl="1"/>
            <a:r>
              <a:t>Temperature trends (soil vs air)</a:t>
            </a:r>
          </a:p>
          <a:p>
            <a:pPr lvl="1"/>
            <a:r>
              <a:t>Historical data graphs</a:t>
            </a:r>
          </a:p>
          <a:p>
            <a:pPr lvl="1"/>
            <a:r>
              <a:t>Battery status monitoring</a:t>
            </a:r>
          </a:p>
          <a:p/>
          <a:p>
            <a:pPr/>
            <a:r>
              <a:t>3. Alert System</a:t>
            </a:r>
          </a:p>
          <a:p>
            <a:pPr lvl="1"/>
            <a:r>
              <a:t>Field C shows RED alert (&lt; 30% moisture)</a:t>
            </a:r>
          </a:p>
          <a:p>
            <a:pPr lvl="1"/>
            <a:r>
              <a:t>Recommendation: 'Irrigation needed within 2 hours'</a:t>
            </a:r>
          </a:p>
          <a:p/>
          <a:p>
            <a:pPr/>
            <a:r>
              <a:t>4. Cloud Analytics (BigQuery)</a:t>
            </a:r>
          </a:p>
          <a:p>
            <a:pPr lvl="1"/>
            <a:r>
              <a:t>SQL query showing all fields</a:t>
            </a:r>
          </a:p>
          <a:p>
            <a:pPr lvl="1"/>
            <a:r>
              <a:t>Identify which fields need water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Grafana Dashboard Features:</a:t>
            </a:r>
          </a:p>
          <a:p/>
          <a:p>
            <a:pPr/>
            <a:r>
              <a:t>Color-Coded Gauges</a:t>
            </a:r>
          </a:p>
          <a:p>
            <a:pPr lvl="1"/>
            <a:r>
              <a:t>🔴 Red (0-30%): Critical - Immediate irrigation needed</a:t>
            </a:r>
          </a:p>
          <a:p>
            <a:pPr lvl="1"/>
            <a:r>
              <a:t>🟡 Yellow (30-40%): Low - Monitor closely</a:t>
            </a:r>
          </a:p>
          <a:p>
            <a:pPr lvl="1"/>
            <a:r>
              <a:t>🟢 Green (40-60%): Optimal for most crops</a:t>
            </a:r>
          </a:p>
          <a:p>
            <a:pPr lvl="1"/>
            <a:r>
              <a:t>🟡 Yellow (60-70%): High - Reduce watering</a:t>
            </a:r>
          </a:p>
          <a:p>
            <a:pPr lvl="1"/>
            <a:r>
              <a:t>🔴 Red (70-100%): Too wet - Risk of root rot</a:t>
            </a:r>
          </a:p>
          <a:p/>
          <a:p>
            <a:pPr/>
            <a:r>
              <a:t>Time Series Charts</a:t>
            </a:r>
          </a:p>
          <a:p>
            <a:pPr lvl="1"/>
            <a:r>
              <a:t>24-hour soil moisture trends</a:t>
            </a:r>
          </a:p>
          <a:p>
            <a:pPr lvl="1"/>
            <a:r>
              <a:t>Temperature comparison (soil vs air)</a:t>
            </a:r>
          </a:p>
          <a:p>
            <a:pPr lvl="1"/>
            <a:r>
              <a:t>Humidity and battery voltage monitoring</a:t>
            </a:r>
          </a:p>
          <a:p/>
          <a:p>
            <a:pPr/>
            <a:r>
              <a:t>Real-Time Updates</a:t>
            </a:r>
          </a:p>
          <a:p>
            <a:pPr lvl="1"/>
            <a:r>
              <a:t>Data refreshes every 2 minutes</a:t>
            </a:r>
          </a:p>
          <a:p>
            <a:pPr lvl="1"/>
            <a:r>
              <a:t>Automatic alerts when thresholds are crossed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☁️ 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Cloud Matters</a:t>
            </a:r>
          </a:p>
          <a:p/>
          <a:p>
            <a:pPr/>
            <a:r>
              <a:t>Local System Benefits:</a:t>
            </a:r>
          </a:p>
          <a:p>
            <a:pPr lvl="1"/>
            <a:r>
              <a:t>✅ Real-time monitoring | ✅ Historical data | ✅ Fast access</a:t>
            </a:r>
          </a:p>
          <a:p/>
          <a:p>
            <a:pPr/>
            <a:r>
              <a:t>Cloud Integration Adds:</a:t>
            </a:r>
          </a:p>
          <a:p>
            <a:pPr lvl="1"/>
            <a:r>
              <a:t>✅ Unlimited storage - Years of historical data</a:t>
            </a:r>
          </a:p>
          <a:p>
            <a:pPr lvl="1"/>
            <a:r>
              <a:t>✅ Advanced analytics - SQL queries, aggregations</a:t>
            </a:r>
          </a:p>
          <a:p>
            <a:pPr lvl="1"/>
            <a:r>
              <a:t>✅ Multi-field comparison - Analyze patterns across farms</a:t>
            </a:r>
          </a:p>
          <a:p>
            <a:pPr lvl="1"/>
            <a:r>
              <a:t>✅ Remote access - Monitor from anywhere</a:t>
            </a:r>
          </a:p>
          <a:p>
            <a:pPr lvl="1"/>
            <a:r>
              <a:t>✅ Machine Learning ready - Predict irrigation needs</a:t>
            </a:r>
          </a:p>
          <a:p>
            <a:pPr lvl="1"/>
            <a:r>
              <a:t>✅ Weather integration - Correlate with forecast</a:t>
            </a:r>
          </a:p>
          <a:p>
            <a:pPr lvl="1"/>
            <a:r>
              <a:t>✅ Scalability - Support 100s of sensors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Measured Outcomes</a:t>
            </a:r>
          </a:p>
          <a:p/>
          <a:p>
            <a:pPr/>
            <a:r>
              <a:t>System Performance:</a:t>
            </a:r>
          </a:p>
          <a:p>
            <a:pPr lvl="1"/>
            <a:r>
              <a:t>⏱️ Real-time monitoring: &lt; 5 second latency</a:t>
            </a:r>
          </a:p>
          <a:p>
            <a:pPr lvl="1"/>
            <a:r>
              <a:t>📊 Data collection: 720 readings/day per sensor</a:t>
            </a:r>
          </a:p>
          <a:p>
            <a:pPr lvl="1"/>
            <a:r>
              <a:t>🎯 Uptime: 99.9% availability</a:t>
            </a:r>
          </a:p>
          <a:p>
            <a:pPr lvl="1"/>
            <a:r>
              <a:t>🔋 Battery life: 6+ months (simulated)</a:t>
            </a:r>
          </a:p>
          <a:p/>
          <a:p>
            <a:pPr/>
            <a:r>
              <a:t>Agricultural Impact (Projected):</a:t>
            </a:r>
          </a:p>
          <a:p>
            <a:pPr lvl="1"/>
            <a:r>
              <a:t>💧 Water savings: 30-40% reduction in usage</a:t>
            </a:r>
          </a:p>
          <a:p>
            <a:pPr lvl="1"/>
            <a:r>
              <a:t>🌾 Yield increase: 15-25% by preventing stress</a:t>
            </a:r>
          </a:p>
          <a:p>
            <a:pPr lvl="1"/>
            <a:r>
              <a:t>💰 Cost reduction: $500-1000 per acre annually</a:t>
            </a:r>
          </a:p>
          <a:p>
            <a:pPr lvl="1"/>
            <a:r>
              <a:t>⏰ Time saved: 5-10 hours/week on manual checks</a:t>
            </a:r>
          </a:p>
          <a:p/>
          <a:p>
            <a:pPr/>
            <a:r>
              <a:t>Environmental Benefits:</a:t>
            </a:r>
          </a:p>
          <a:p>
            <a:pPr lvl="1"/>
            <a:r>
              <a:t>🌍 Less groundwater depletion | 🚰 Reduced water waste</a:t>
            </a:r>
          </a:p>
          <a:p>
            <a:pPr lvl="1"/>
            <a:r>
              <a:t>🌱 Healthier soil ecosystems | ♻️ Sustainable farming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Technical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Makes This Solution Robust</a:t>
            </a:r>
          </a:p>
          <a:p/>
          <a:p>
            <a:pPr/>
            <a:r>
              <a:t>1. Industry-Standard Architecture</a:t>
            </a:r>
          </a:p>
          <a:p>
            <a:pPr lvl="1"/>
            <a:r>
              <a:t>✅ MQTT protocol (AWS IoT, Azure IoT Hub compatible)</a:t>
            </a:r>
          </a:p>
          <a:p>
            <a:pPr lvl="1"/>
            <a:r>
              <a:t>✅ Time-series database (optimized for sensor data)</a:t>
            </a:r>
          </a:p>
          <a:p>
            <a:pPr lvl="1"/>
            <a:r>
              <a:t>✅ Microservices design (Docker containerization)</a:t>
            </a:r>
          </a:p>
          <a:p/>
          <a:p>
            <a:pPr/>
            <a:r>
              <a:t>2. Production-Ready Features</a:t>
            </a:r>
          </a:p>
          <a:p>
            <a:pPr lvl="1"/>
            <a:r>
              <a:t>✅ Automatic reconnection | ✅ Data persistence</a:t>
            </a:r>
          </a:p>
          <a:p>
            <a:pPr lvl="1"/>
            <a:r>
              <a:t>✅ CLI &amp; environment configuration | ✅ Comprehensive logging</a:t>
            </a:r>
          </a:p>
          <a:p/>
          <a:p>
            <a:pPr/>
            <a:r>
              <a:t>3. Security &amp; Monitoring</a:t>
            </a:r>
          </a:p>
          <a:p>
            <a:pPr lvl="1"/>
            <a:r>
              <a:t>🔒 Token-based authentication | 🔐 Service accounts</a:t>
            </a:r>
          </a:p>
          <a:p>
            <a:pPr lvl="1"/>
            <a:r>
              <a:t>📊 System metrics | ⚠️ Alert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 for Production Deployment</a:t>
            </a:r>
          </a:p>
          <a:p/>
          <a:p>
            <a:pPr/>
            <a:r>
              <a:t>Phase 1: Enhanced Monitoring (3 months)</a:t>
            </a:r>
          </a:p>
          <a:p>
            <a:pPr lvl="1"/>
            <a:r>
              <a:t>📱 Mobile app | 📧 Email/SMS alerts | 🗺️ Interactive map</a:t>
            </a:r>
          </a:p>
          <a:p/>
          <a:p>
            <a:pPr/>
            <a:r>
              <a:t>Phase 2: Advanced Analytics (6 months)</a:t>
            </a:r>
          </a:p>
          <a:p>
            <a:pPr lvl="1"/>
            <a:r>
              <a:t>🤖 ML prediction | 🌦️ Weather integration | 📈 Yield prediction</a:t>
            </a:r>
          </a:p>
          <a:p/>
          <a:p>
            <a:pPr/>
            <a:r>
              <a:t>Phase 3: Automation (12 months)</a:t>
            </a:r>
          </a:p>
          <a:p>
            <a:pPr lvl="1"/>
            <a:r>
              <a:t>🚜 Automated irrigation | 🎛️ Smart controllers | 🌱 Crop profiles</a:t>
            </a:r>
          </a:p>
          <a:p/>
          <a:p>
            <a:pPr/>
            <a:r>
              <a:t>Phase 4: Scaling (18 months)</a:t>
            </a:r>
          </a:p>
          <a:p>
            <a:pPr lvl="1"/>
            <a:r>
              <a:t>🌐 Multi-tenant SaaS | 🏢 Farm management | 📊 Benchmarking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</a:t>
            </a:r>
          </a:p>
          <a:p/>
          <a:p>
            <a:pPr/>
            <a:r>
              <a:t>What We Built:</a:t>
            </a:r>
          </a:p>
          <a:p>
            <a:pPr lvl="1"/>
            <a:r>
              <a:t>✅ Complete IoT soil monitoring system</a:t>
            </a:r>
          </a:p>
          <a:p>
            <a:pPr lvl="1"/>
            <a:r>
              <a:t>✅ Real-time data collection and visualization</a:t>
            </a:r>
          </a:p>
          <a:p>
            <a:pPr lvl="1"/>
            <a:r>
              <a:t>✅ Cloud analytics integration</a:t>
            </a:r>
          </a:p>
          <a:p>
            <a:pPr lvl="1"/>
            <a:r>
              <a:t>✅ Scalable, production-ready architecture</a:t>
            </a:r>
          </a:p>
          <a:p/>
          <a:p>
            <a:pPr/>
            <a:r>
              <a:t>Technical Skills Demonstrated:</a:t>
            </a:r>
          </a:p>
          <a:p>
            <a:pPr lvl="1"/>
            <a:r>
              <a:t>🐍 Python | 🐳 Docker | ☁️ GCP | 📊 Data pipelines | 📈 Grafana</a:t>
            </a:r>
          </a:p>
          <a:p/>
          <a:p>
            <a:pPr/>
            <a:r>
              <a:t>Real-World Application:</a:t>
            </a:r>
          </a:p>
          <a:p>
            <a:pPr lvl="1"/>
            <a:r>
              <a:t>🌾 Solves actual agricultural problem</a:t>
            </a:r>
          </a:p>
          <a:p>
            <a:pPr lvl="1"/>
            <a:r>
              <a:t>💧 Measurable impact on water conservation</a:t>
            </a:r>
          </a:p>
          <a:p>
            <a:pPr lvl="1"/>
            <a:r>
              <a:t>💰 Economic benefits for farmers</a:t>
            </a:r>
          </a:p>
          <a:p>
            <a:pPr lvl="1"/>
            <a:r>
              <a:t>🌍 Environmental sustainability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228B22"/>
                </a:solidFill>
              </a:defRPr>
            </a:pPr>
            <a:r>
              <a:t>"IoT + Cloud technologies can solve real-world problems, making agriculture smarter, more efficient, and sustainable."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228B22"/>
                </a:solidFill>
              </a:defRPr>
            </a:pPr>
            <a:r>
              <a:t>Thank You! 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Demo Dashboard: http://localhost:3000</a:t>
            </a:r>
          </a:p>
          <a:p/>
          <a:p>
            <a:r>
              <a:t>Documentation: Available in project README</a:t>
            </a:r>
          </a:p>
          <a:p/>
          <a:p>
            <a:r>
              <a:t>Contact: [your-email]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